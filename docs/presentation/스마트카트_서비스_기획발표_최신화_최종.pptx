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6c93b07dc4ff5" /><Relationship Type="http://schemas.openxmlformats.org/officeDocument/2006/relationships/extended-properties" Target="/docProps/app.xml" Id="Re2d412cb07274d40" /><Relationship Type="http://schemas.openxmlformats.org/officeDocument/2006/relationships/officeDocument" Target="/ppt/presentation.xml" Id="R738eff0112e2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8f4ada4e84f6b"/>
  </p:sldMasterIdLst>
  <p:notesMasterIdLst>
    <p:notesMasterId xmlns:r="http://schemas.openxmlformats.org/officeDocument/2006/relationships" r:id="R62dbede2d6504834"/>
  </p:notesMasterIdLst>
  <p:sldIdLst>
    <p:sldId xmlns:r="http://schemas.openxmlformats.org/officeDocument/2006/relationships" id="256" r:id="R50f37e4c223c44e0"/>
    <p:sldId xmlns:r="http://schemas.openxmlformats.org/officeDocument/2006/relationships" id="257" r:id="R7884f002a96647d8"/>
    <p:sldId xmlns:r="http://schemas.openxmlformats.org/officeDocument/2006/relationships" id="258" r:id="R28871065662b4e66"/>
    <p:sldId xmlns:r="http://schemas.openxmlformats.org/officeDocument/2006/relationships" id="259" r:id="Rc806417d630949d0"/>
    <p:sldId xmlns:r="http://schemas.openxmlformats.org/officeDocument/2006/relationships" id="260" r:id="R245710ac66714091"/>
    <p:sldId xmlns:r="http://schemas.openxmlformats.org/officeDocument/2006/relationships" id="261" r:id="R8452d44b95b14faf"/>
    <p:sldId xmlns:r="http://schemas.openxmlformats.org/officeDocument/2006/relationships" id="262" r:id="R3fc813bdf218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8d34abe0343c7" /><Relationship Type="http://schemas.openxmlformats.org/officeDocument/2006/relationships/slideMaster" Target="/ppt/slideMasters/slideMaster1.xml" Id="Re768f4ada4e84f6b" /><Relationship Type="http://schemas.openxmlformats.org/officeDocument/2006/relationships/notesMaster" Target="/ppt/notesMasters/notesMaster1.xml" Id="R62dbede2d6504834" /><Relationship Type="http://schemas.openxmlformats.org/officeDocument/2006/relationships/presProps" Target="/ppt/presProps.xml" Id="R545626a4f5f34ff4" /><Relationship Type="http://schemas.openxmlformats.org/officeDocument/2006/relationships/tableStyles" Target="/ppt/tableStyles.xml" Id="R980cef6df77e4c56" /><Relationship Type="http://schemas.openxmlformats.org/officeDocument/2006/relationships/slide" Target="/ppt/slides/slide1.xml" Id="R50f37e4c223c44e0" /><Relationship Type="http://schemas.openxmlformats.org/officeDocument/2006/relationships/slide" Target="/ppt/slides/slide2.xml" Id="R7884f002a96647d8" /><Relationship Type="http://schemas.openxmlformats.org/officeDocument/2006/relationships/slide" Target="/ppt/slides/slide3.xml" Id="R28871065662b4e66" /><Relationship Type="http://schemas.openxmlformats.org/officeDocument/2006/relationships/slide" Target="/ppt/slides/slide4.xml" Id="Rc806417d630949d0" /><Relationship Type="http://schemas.openxmlformats.org/officeDocument/2006/relationships/slide" Target="/ppt/slides/slide5.xml" Id="R245710ac66714091" /><Relationship Type="http://schemas.openxmlformats.org/officeDocument/2006/relationships/slide" Target="/ppt/slides/slide6.xml" Id="R8452d44b95b14faf" /><Relationship Type="http://schemas.openxmlformats.org/officeDocument/2006/relationships/slide" Target="/ppt/slides/slide7.xml" Id="R3fc813bdf218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29f25a9b0e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d653f928564f65" /><Relationship Type="http://schemas.openxmlformats.org/officeDocument/2006/relationships/notesMaster" Target="/ppt/notesMasters/notesMaster1.xml" Id="Rc112b56c2a9043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5d4a9640284976" /><Relationship Type="http://schemas.openxmlformats.org/officeDocument/2006/relationships/notesMaster" Target="/ppt/notesMasters/notesMaster1.xml" Id="Rbbcc2b73f460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d2ca1048f4fc2" /><Relationship Type="http://schemas.openxmlformats.org/officeDocument/2006/relationships/notesMaster" Target="/ppt/notesMasters/notesMaster1.xml" Id="Rc94158ce1a49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7e051af0c845be" /><Relationship Type="http://schemas.openxmlformats.org/officeDocument/2006/relationships/notesMaster" Target="/ppt/notesMasters/notesMaster1.xml" Id="R6c575f1d1a9c4d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aa3585463498d" /><Relationship Type="http://schemas.openxmlformats.org/officeDocument/2006/relationships/notesMaster" Target="/ppt/notesMasters/notesMaster1.xml" Id="R663098e57e9946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0ec8fc41847e8" /><Relationship Type="http://schemas.openxmlformats.org/officeDocument/2006/relationships/notesMaster" Target="/ppt/notesMasters/notesMaster1.xml" Id="R80070ddff6514d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5f2a2d2b1541cb" /><Relationship Type="http://schemas.openxmlformats.org/officeDocument/2006/relationships/notesMaster" Target="/ppt/notesMasters/notesMaster1.xml" Id="R5f379dcac63047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스마트 카트 포트폴리오 구현 결과. 로컬 실행과 카메라 테스트가 가능한 데모입니다.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조사/문제 정의 슬라이드입니다. 구현은 상품 확인, 비용 파악, 식사 계획의 부담을 줄이는 흐름으로 연결했습니다.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프레임 분석부터 장바구니, 레시피, 결제 바코드까지 이어지는 현재 서비스 흐름입니다.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메인 화면에서는 카메라 피드, 장바구니 상태, 메뉴 추천을 동시에 확인합니다. 최근 인식 기본값은 없음입니다.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프레임은 약 1.8초 간격으로 전송합니다. 75% 이상, 동일 클래스 2회 연속 확인해야 등록합니다.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추천은 장바구니 재료와 레시피의 일치 재료 수를 기준으로 정렬합니다. 부족 재료를 자동으로 담지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 범위와 이후 실제 서비스화 과제를 구분했습니다. 공개 웹 서버·POS 결제 연동은 향후 과제입니다.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5634a5dd341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0775a6302432a" /><Relationship Type="http://schemas.openxmlformats.org/officeDocument/2006/relationships/slideLayout" Target="/ppt/slideLayouts/slideLayout1.xml" Id="R2e0b8587616e48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b8587616e48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b01e8f34e41a6" /><Relationship Type="http://schemas.openxmlformats.org/officeDocument/2006/relationships/notesSlide" Target="/ppt/notesSlides/notesSlide1.xml" Id="R89c1584033e7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336a69f2444a0" /><Relationship Type="http://schemas.openxmlformats.org/officeDocument/2006/relationships/notesSlide" Target="/ppt/notesSlides/notesSlide2.xml" Id="R99440d7a2234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57442d11e471b" /><Relationship Type="http://schemas.openxmlformats.org/officeDocument/2006/relationships/notesSlide" Target="/ppt/notesSlides/notesSlide3.xml" Id="Rcd6219e1c5dc4b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8d52c2c714c50" /><Relationship Type="http://schemas.openxmlformats.org/officeDocument/2006/relationships/notesSlide" Target="/ppt/notesSlides/notesSlide4.xml" Id="R5a8bca8dbcdb46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4e5eb45204816" /><Relationship Type="http://schemas.openxmlformats.org/officeDocument/2006/relationships/notesSlide" Target="/ppt/notesSlides/notesSlide5.xml" Id="Ra9ec2fe984454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ce66136504706" /><Relationship Type="http://schemas.openxmlformats.org/officeDocument/2006/relationships/notesSlide" Target="/ppt/notesSlides/notesSlide6.xml" Id="R1808f6b9f16f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8b5875bb143f8" /><Relationship Type="http://schemas.openxmlformats.org/officeDocument/2006/relationships/notesSlide" Target="/ppt/notesSlides/notesSlide7.xml" Id="Rd529d3d7b9c84a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B10B6-A65D-4772-B4E5-994EDB79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SMART CART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03832-E6AF-4477-BDB3-E5352F57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카메라 인식으로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장바구니를 완성하는 카트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FBF91-C825-4FAF-9C83-A846673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1483E"/>
                </a:solidFill>
                <a:latin typeface="Aptos"/>
                <a:ea typeface="Aptos"/>
                <a:cs typeface="Aptos"/>
              </a:rPr>
              <a:t>YOLOv8 V7  ·  자동 장바구니  ·  레시피 추천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44A0E-AFAF-443E-8D42-8409A13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"/>
            <a:ext cx="2857500" cy="4953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31483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9F4C6-1C1C-4507-8A69-2BC47BE7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1828800" cy="3924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9A3FC-CB14-4FBF-9BC2-1D67F34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24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83C4E-DDDD-42C5-9842-FDE1C7CD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119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LIVE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CAM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B9235-ECFB-4206-86D1-973D0480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2026.09  /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2FC12-E87C-457F-9461-5C72F81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5130-059A-4AE9-ACC0-30C332CE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1582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DFB55-79FD-4C1B-AF00-D99EE22E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01  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F771A-F6D6-4188-BD42-ABBE335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쇼핑의 불편은 카트 안에서 시작된다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43A9A-762F-4E86-92AB-23E48770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상품을 담는 순간부터 결제와 식사 계획까지, 사용자는 여러 정보를 직접 관리한다.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76DB5-0B5D-4096-AB7C-CECBF55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7D22-2EF6-4BE9-8B96-1D64A1A4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BFDD4-8C11-402B-B454-7BD63B3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담은 상품을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기억해야 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61709-40EB-44BD-A0AA-0851A9B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상품과 수량을 계속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0205E-115A-4960-AFF6-7893B325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48518-40C3-4EE1-B97A-40D24AB7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AA352-604C-4D80-8C55-E700297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지금 얼마인지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알기 어렵다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77AC-0FE3-4846-A57D-C2E1C5C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결제 전까지 지출이 불명확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F576C-ED05-4025-8BEC-CDE24BE6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581DC-31BF-40C0-87D2-3D9B748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A88A2-26D1-45C7-A791-570334C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무엇을 만들지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결정하기 어렵다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DE935-7CBC-41C2-A0D6-F939C95B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구매와 식사 계획이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86234-1077-4CD2-ACED-20498045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AFF43-1BF6-4DC8-9194-1796619B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849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14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1381A-2931-44FD-B266-444B3EE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7D5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D59B"/>
                </a:solidFill>
                <a:latin typeface="Aptos"/>
                <a:ea typeface="Aptos"/>
                <a:cs typeface="Aptos"/>
              </a:rPr>
              <a:t>02  서비스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25F2E-B3F7-4BFF-9427-BC24AA8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담는 순간, 카트가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인식과 다음 선택을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2FA77-C830-4FF1-B47A-5796AFD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4EB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4EBD8"/>
                </a:solidFill>
                <a:latin typeface="Aptos"/>
                <a:ea typeface="Aptos"/>
                <a:cs typeface="Aptos"/>
              </a:rPr>
              <a:t>카메라 인식  ·  장바구니 반영  ·  레시피 추천  ·  결제 바코드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FB9E7-E32F-4EE9-8AC6-458C55F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79C8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45E65-F980-4096-8573-FDB0B31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7D59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61761-E147-4DB2-8D1D-6D2D31D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6184D-C62D-4D4F-A9C9-4D34AA14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62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카메라 인식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8E0CA-EAE7-4DF5-906C-B4D6A80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7D5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CCCFA-3448-49AC-907D-379D8FA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7CD64-8E31-46F7-BE09-3A93D21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62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장바구니 갱신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28CCB-11C8-41BD-9984-30CE46E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7D59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C9307-CFC8-4648-BF39-176FB55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4667C-EB38-4E75-BC76-D30F626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62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레시피 추천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9C4A-EDF4-4A05-A1CD-472401A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895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7D59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F3E00-8E67-4B0B-B100-4CEA0054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9BADA-61F0-4FFC-9394-BACC19BA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62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결제 바코드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BA747-B6D5-4BB0-A259-7E31C90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사용자의 기억과 계산 부담을 줄이고, 장보기 흐름 안에서 다음 선택까지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4F385-51B5-46F7-A038-CC48043A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EAF85-54EB-4846-ABD3-E612D30D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575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A4B71-CF30-4A36-A366-ED53B0F3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03  핵심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5C793-6711-40DC-B783-E1FF3D6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스마트 카트는 카메라·카트·추천을 한 화면에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16CE4-78A3-4649-B747-0A884AE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인식 결과와 장바구니 상태가 화면에서 함께 갱신된다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CC1D5-B078-4AA3-8831-51E38E6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858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31483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2F329-FF34-4C6D-9D26-70949C9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65913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F6A48-7804-47F3-A484-A269D0DC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6419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48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FCCA2-7877-433D-ABBD-9D52A68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스마트 카트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1AF7E-F607-454D-912F-F4545B6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7D5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D59B"/>
                </a:solidFill>
                <a:latin typeface="Aptos"/>
                <a:ea typeface="Aptos"/>
                <a:cs typeface="Aptos"/>
              </a:rPr>
              <a:t>● 카메라 정상 작동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9B978-A3DC-4B8B-B5C7-8B729A0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4000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D6DDD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AA45B-020D-4EBB-AF27-1D7C741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LIVE CAM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46CF1-65FF-4E6E-ADAE-3472084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76625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B5C4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BE954-7A1D-416C-A237-D1C2212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대파 · 1단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C9952-FEB5-4A6D-99D9-D092917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952625" cy="22479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A7D67-47BD-416E-B225-6E6DFF3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81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카트 내 상품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A1753-0FB0-4812-AD1C-B0E0DD5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29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E7BE-9CED-4A73-98E7-0B9DA9D2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483E"/>
                </a:solidFill>
                <a:latin typeface="Aptos"/>
                <a:ea typeface="Aptos"/>
                <a:cs typeface="Aptos"/>
              </a:rPr>
              <a:t>최근 인식: 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3575C-2B17-411C-A94B-86DDDD93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476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7B2C0-23EB-4488-A5D2-B2F63C1F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카메라 인식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BE0A9-969F-43F2-8DF7-77FF3834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75% 이상, 동일 상품 2회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FEECD-166C-4B08-8A8B-FF6233F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476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39D51-74BE-4BD1-B772-42F28C3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장바구니 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A9B8A-EE8B-4354-96F1-0E1384F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수량 · 금액 · 삭제 · 포장봉투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A0193-0764-4155-A29C-FABFA27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476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8B721-7551-465B-848B-9816974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레시피 추천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E7E2C-EA35-4C73-BEB4-16B2E8B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일치 재료 수가 많은 메뉴 우선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0226E-8CBE-494D-BB02-83632834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BFBA6-3A3C-4274-BA24-4A6D26F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1200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135A5-ABCB-4F82-B62C-E7E3C169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04  사용자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D9660-DB5C-49F2-AA51-B94DDAB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인식 결과는 검증 후 장바구니에 반영된다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B709F-6F8B-4F1C-956D-FDC7471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불확실한 감지는 등록하지 않고 사용자에게 상태를 보여준다.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CD2D9-7392-4F42-8B30-98923215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05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4E74C-28F8-4A47-802E-35DB6BC1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FA25-AA2E-48EC-80F6-4F008CB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카메라 프레임 전송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69729-AFA6-4262-90EB-821C54F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약 1.8초마다 JPEG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D72B7-4D23-4696-94DE-25970777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9A80D-7AAD-40BC-A078-68607059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05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31483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277C2-C1F3-49B3-B773-2DA7743F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7D5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7D5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0EF69-F87D-46CC-86EF-2F8C5C1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2회 확인 후 등록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B297E-C684-4A0B-863E-FF37246D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4EB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4EBD8"/>
                </a:solidFill>
                <a:latin typeface="Aptos"/>
                <a:ea typeface="Aptos"/>
                <a:cs typeface="Aptos"/>
              </a:rPr>
              <a:t>75% 이상 동일 상품 2회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B9458-C00D-4440-89C0-D071300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D49E8-5040-443E-B250-50AA919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05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C3E1E-B743-4746-A358-D86E4E1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7DC81-449F-4A92-9DAA-5A25D94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레시피 추천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06186-18A6-49B8-BAC6-9DBF8AE7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일치 재료 수 기준 정렬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71BD6-64C2-43C2-835F-1776A980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2DB1B-1336-4F13-827A-74EA1538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05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14287-24AC-44B0-93AE-F991893F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07700-1996-4D1C-BD27-6289164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결제 바코드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525D3-49E9-4AD9-9999-0AA1786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76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포장봉투 · 결제 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ACA0D-ADA7-4564-9556-14C9C36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48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483E"/>
                </a:solidFill>
                <a:latin typeface="Aptos"/>
                <a:ea typeface="Aptos"/>
                <a:cs typeface="Aptos"/>
              </a:rPr>
              <a:t>디버그와 수정 기능으로 인식 과정을 확인한다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87901-A19F-4E60-A8EF-8DE42B0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신뢰도 미달  ·  DB 연결 실패  ·  카메라 오류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48DCA-7478-4706-96CE-AF771B1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BD931-328E-400B-A253-A6F46DF5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0353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14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45374-BCF0-40AE-9896-EAF9539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05  요리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94C49-86F2-494D-9EC3-8D74A4C4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장바구니 재료가 많은 메뉴부터 추천한다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3D6C3-F161-4257-BCD6-95BB0BB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장바구니 상품을 레시피 재료와 비교해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일치 재료 수가 많은 메뉴를 우선 정렬한다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2A354-2D93-4AF9-9FF8-7E85BDC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095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010C8-3AD0-4045-8294-9024AC8B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DB 레시피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95637-8AC9-4C2B-990E-C2612273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장바구니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C2CBC-AF29-428C-B28D-5780CDBF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72F1D-30F5-4935-A14F-CFCB957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765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4962E-1966-4E82-9B52-2ECF6226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384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해물파전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70858-DFD2-4639-8E50-C44D150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일치 재료 수 우선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E5E17-24E8-42EB-8C61-3AFCE21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051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2AD77-B565-44E9-8029-E2A364B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F23AC-DC1B-4D5E-AF82-CDE8E76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계란찜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5C67B-B6D3-4A7F-B25E-A34CC66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조리 시간 · 재료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48749-82B2-4ECB-9F5C-E5D9631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95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23DF9-4821-4250-A3F6-DDB3FE1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05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96818-E6E1-4AB9-9758-52C1F830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67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햄 에그 토스트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11BD-AF55-4A50-BA34-ECF66439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레시피 상세 화면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F68B0-9A52-4B3B-8A07-50247A0F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4EB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4EBD8"/>
                </a:solidFill>
                <a:latin typeface="Aptos"/>
                <a:ea typeface="Aptos"/>
                <a:cs typeface="Aptos"/>
              </a:rPr>
              <a:t>부족한 재료는 자동 추가하지 않고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4EB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4EBD8"/>
                </a:solidFill>
                <a:latin typeface="Aptos"/>
                <a:ea typeface="Aptos"/>
                <a:cs typeface="Aptos"/>
              </a:rPr>
              <a:t>사용자가 선택하도록 남긴다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D1BC5-7E6E-4EB2-8004-7C09798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03789-FADF-414E-8C1B-589CCC8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5407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14980-61DC-4E35-8265-6B2518B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06  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AF41F-D02A-4346-91BD-E35922A0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현재 구현과 확장 과제를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CBBAB-5273-4F88-A142-A2961D3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3148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F750-9EEA-401B-BBD7-68C3330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7D5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7D59B"/>
                </a:solidFill>
                <a:latin typeface="Aptos"/>
                <a:ea typeface="Aptos"/>
                <a:cs typeface="Aptos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64C02-BDFC-402A-92EC-BD182E4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FAE08-A394-4784-BBEE-A8631E12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051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브라우저 카메라와 V7 YOLOv8 인식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79139-0290-44C3-99EF-C90CCC7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541B-949A-4337-A061-9DFDB1E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813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75% 기준 · 동일 상품 2회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0F4A1-F9BA-40BD-820C-F30895F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49059-096A-4089-880C-38D47B65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576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장바구니 상세 · 삭제 · 포장봉투 · 바코드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6B1B7-61F2-4753-A281-9F03B4C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4BA31-3B64-400C-953C-D675251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338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상품·레시피 DB와 메뉴 추천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C5782-0D0C-41A8-8473-4AF4954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292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88937-0378-4626-995A-FF996B3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다음 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AB69-FB41-4127-A17B-FCAE8F8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EB038-AD47-4847-B8F3-1CC815D8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051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공개 웹 서버 상시 운영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2D87D-BF96-4138-9A27-A12C3BF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81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9FA76-0F5D-45F2-A585-0AB03453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3813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상품 이탈 자동 감지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76021-8CC3-4CF2-BF30-0BEDAEA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576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EA9D8-F39B-4E41-98C2-1BFE16D5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576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실제 POS · 결제 대행 연동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87B7C-6C34-41AB-B8D4-0505D97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33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7AA26-EDD9-4E16-8787-E11FF8A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338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23"/>
                </a:solidFill>
                <a:latin typeface="Aptos"/>
                <a:ea typeface="Aptos"/>
                <a:cs typeface="Aptos"/>
              </a:rPr>
              <a:t>재고 · 할인 · 회원 개인화 확장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63750-43A3-48B2-ABF6-F8542912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83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834C"/>
                </a:solidFill>
                <a:latin typeface="Aptos"/>
                <a:ea typeface="Aptos"/>
                <a:cs typeface="Aptos"/>
              </a:rPr>
              <a:t>포트폴리오 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34E58-123B-4403-9CDD-B717C0CD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959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7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723"/>
                </a:solidFill>
                <a:latin typeface="Aptos"/>
                <a:ea typeface="Aptos"/>
                <a:cs typeface="Aptos"/>
              </a:rPr>
              <a:t>V7 모델과 서비스 코드를 공개해, clone 후 로컬 카메라 테스트가 가능한 데모를 완성했다.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C25B0-5FC0-40B4-90BE-42669841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756F"/>
                </a:solidFill>
                <a:latin typeface="Aptos"/>
                <a:ea typeface="Aptos"/>
                <a:cs typeface="Aptos"/>
              </a:rPr>
              <a:t>SMART CART  /  포트폴리오 구현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2C5DE-DCB6-458C-894C-3D301A7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75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874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2026-09-10T07:23:09.7590000Z</dcterms:created>
  <dcterms:modified xsi:type="dcterms:W3CDTF">2026-09-10T07:23:09.7590000Z</dcterms:modified>
</coreProperties>
</file>